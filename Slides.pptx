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92340"/>
                </a:solidFill>
              </a:defRPr>
            </a:pPr>
            <a:r>
              <a:t>Conferência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1E4A74"/>
                </a:solidFill>
              </a:defRPr>
            </a:pPr>
            <a:r>
              <a:t>Integrated Receiving, Fiscal, WMS and Shipping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Prepared for International Executive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1C436A"/>
                </a:solidFill>
              </a:defRPr>
            </a:pPr>
            <a:r>
              <a:t>Conferência System | Executive Overview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1) System Overview and Business Value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2) Functional Scope and Technical Architecture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3) Operational Workflow and Innovations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4) Current Status, Risks and Future Roadmap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5) Real Use Cases and Executive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1.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Business objective: unify receiving, fiscal release, warehousing and shipping in one platform.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Problem solved: manual controls, low traceability, rework and compliance exposure.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Target users: Gate, Receiving Operators, Fiscal Team, Managers and Warehouse Team.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Operating model: web access from tablets and desktops in local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2.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Operational reliability: end-to-end traceability for all critical events.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Efficiency gains: faster conferences and reduced manual reconciliation.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Estimated impact: 30% to 60% cycle-time reduction in conference and pendency handling.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Strategic value: scalable digital foundation for governance and international standards.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3. Functionalities | Core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Role-based access control with granular permissions per profile and user.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XML import, pending queue, conference locks and heartbeat protection.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Complete timeline of reversals, exclusions, approvals and launch actions.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Checklist, evidence upload and SLA dashboards for management visibility.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3. Functionalities | Automation and AI-like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Smart CFOP filtering to avoid false pendencies in mixed fiscal notes.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Automatic quantity tolerance (±2%) for KG and MM units.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Rule-based XML auditor with fiscal diagnostics and guided decision support.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Idempotent WMS integration queue with retry/dead-letter processing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4.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Frontend: server-rendered HTML templates with operational pages for each role.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Backend: Python + Flask, validation via Marshmallow, services by module.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Data layer: SQLAlchemy ORM over SQLite (migration-ready to PostgreSQL).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Production serving: Waitress; module APIs for conference, fiscal, WMS and shipping.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4.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Consyste API for consultation, document retrieval and recipient manifestation.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Google Sheets purchase-order consultation with Excel/cache fallback.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Internal REST APIs for dashboards, governance and operational controls.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Tablet-first browser operation for low-cost, high-accessibility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5. Workflow | How It Operates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Step 1: Import NF XML and normalize fiscal/product data.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Step 2: Execute fiscal-operational audit and queue pending actions.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Step 3: Blind conference validates counts, tolerance and divergence reasons.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Step 4: Fiscal launch triggers manifestation and WMS integration event.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Step 5: WMS endereces items, reconciles ERP x WMS and raises operational alerts.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Step 6: Shipping performs blind validation, partial/total invoicing and controlled reversals.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6. Innovations / Differentials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Blind conference with lock-control and anti-concurrency heartbeat.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Unified governance layer across fiscal, receiving, warehouse and shipping.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Operationally pragmatic architecture: low cost now, scalable roadmap next.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Audit-ready logs by design: every critical action is traceable.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7. 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Deployment level: operational use with active modules in daily routines.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Quality signal: automated test suite with 41 mapped scenarios.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Stability: medium-high for current scale, with controlled known limits.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Known limitations: SQLite scale ceiling and dependency on external API availability.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8.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Migrate to PostgreSQL for higher concurrency and enterprise scalability.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Add dedicated async workers for queue processing and scheduling.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Expand KPIs: lead time by stage, SKU accuracy, supplier quality trends.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Add advanced security controls: SSO, MFA and stronger observability.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9. Real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Inbound note with mixed CFOP: system filters non-conference lines automatically.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Divergence event: operator logs evidence and physical destination instantly.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Fiscal release: recipient manifestation logged and launch integrated to WMS.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Warehouse reconciliation: ERP vs WMS mismatch detected and tracked to resolution.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10. Data for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Key phrases: End-to-end traceability | Fiscal compliance by design | Event-driven integration.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Highlights: 41 automated tests | ±2% smart tolerance (KG/MM) | Multi-module coverage.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Executive message: rapid ROI with low-cost deployment and clear scale roadmap.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Positioning: operations-first platform with governance and audit readiness.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Appendix | Suggested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Conference cycle time (median and p95).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Divergence rate by supplier and SKU.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Fiscal launch success rate and manifestation outcomes.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WMS reconciliation open items and aging buckets.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Shipping first-pass accuracy and reversal index.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B2A4A"/>
                </a:solidFill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1C436A"/>
                </a:solidFill>
              </a:defRPr>
            </a:pPr>
            <a:r>
              <a:t>Thank you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Conferência System consolidates operational control across critical logistics-fiscal processes.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Current architecture delivers immediate value while preserving enterprise evolution options.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Recommendation: approve next-phase scaling (database, queue workers, advanced KPIs).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Confidential | Executive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